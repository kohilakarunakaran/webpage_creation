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9" r:id="rId5"/>
    <p:sldId id="261" r:id="rId6"/>
    <p:sldId id="266" r:id="rId7"/>
    <p:sldId id="262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078C-D7E2-90A9-8042-C5808D49F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29D58-946B-9A5D-381E-0170F29E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E064F-E927-0400-FAB0-1BC9A418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F6F5-AEFC-B7F1-FC35-CFD5A919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76221-C086-6FAA-AD88-B74555B2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4626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489B-9C31-2AA2-8629-A9089250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8B06-2A0B-3A47-7A19-C7333D7CF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46887-A537-9D99-F56E-22A34D47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4D8E9-81FA-AFC7-25E4-C058B1F3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8A134-1480-D2DA-A63D-68399463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5310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D382-C772-1071-CB3E-50A9D473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5FBE1-82D2-AFE7-5C84-D827792A5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34E28-BCD5-E303-5358-9F0E673A2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0C535-60EF-2094-5159-217893A4C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28EBD-F3A8-0525-AE91-AA528025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7019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45DF-C971-9BB9-35D0-80DB4BE4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7CD32-8C53-FBC1-DEDE-2613C5579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DA4AA-5243-F011-8FAC-CB251A64B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1107B-9241-E1D1-3068-C1B33363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BDA7A-BE2A-27C0-825E-60F61F2A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F0E5D-B65D-7705-6F2A-01981ECE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2875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6352-D989-B396-834A-3ACD1E94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72E9E-E5BE-C76F-ADBF-EA4EA9A2A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C69AC-BE77-DAB5-27E7-8901E3F46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E87F6-9301-0221-AFE5-08F70C45C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A7B09-3DBD-1694-98E0-7160C6ABC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56CF9F-872F-8F91-D441-3F25788D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1CDE7-F71A-7497-F1A6-CD538588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7CD8-9227-543F-B42C-C35AB1D0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7459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D0256-3E2A-FF60-A19E-D7E0BE66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8E1D2-1A41-3304-0ABB-FCBA008C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FA211-B429-9821-D5A3-86FF1991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E9DE3-6D4D-8139-D4FB-1AF2395E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4998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105C6-1FFB-A4F9-041D-0664F710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D15167-E4AB-C7DE-B8EB-D98297BA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42186-C1AD-9B76-49B4-5E006DEF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1630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6E06-64E4-033F-26A5-F46FB375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495E-2DF8-853E-89FE-6CEB97FD3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F520D-8F9A-C21A-EC21-540719447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E215E-8C71-1B61-015A-E6D89893A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B4476-1A1C-7659-D137-9D6E21B7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1A55C-F9DC-4212-7D95-85D618E8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0914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B311-B1AD-280E-46D5-50C57C0D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4282B-645B-B320-CAEF-5CF2DC67B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D6D11-5C34-9B77-4496-2787FB696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D5155-3382-6642-ABFB-B87CAB93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19532-B052-12C7-AF78-69399E0A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4A98F-9C4D-CD57-C20A-BBD9897F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1225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32D0-0828-87F6-FC28-C2FF30E5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C70DD-9F35-2256-1C5E-5DD3B2230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F0D3C-F2AD-B1F0-6093-FC848E4F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7C5B0-CF4E-A428-05F4-8D90F7DB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CAAD-6104-B37D-C1DE-03EB0F15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7368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95BB8-DBCD-F29C-7D5E-7282E280E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EFB1A-E0D2-CC2C-C6F0-46103C8D1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7187F-31FC-3C94-9077-F1B6251B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62165-E9A0-95BA-07B4-C1A120F5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4A9E7-B944-4E56-6E8E-74B182A9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8447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A00C9-D1C3-963C-ECFE-70784026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9B856-CA25-3786-9B82-8E0D8FA2B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11330-0BE3-917D-9A93-5CEDF8663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BAB14-C3B5-443C-B85C-FAB2F4270230}" type="datetimeFigureOut">
              <a:rPr lang="fi-FI" smtClean="0"/>
              <a:t>28.4.2024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4D3FE-EECA-E1FA-7753-773340E26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A58D-C658-0023-AA60-767BAB548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71B09-A96E-4420-B7BB-F6226B07B5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6892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8408-BDC9-8C55-22F0-D437A740C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Käytännönkoe</a:t>
            </a:r>
            <a:br>
              <a:rPr lang="fi-FI" dirty="0"/>
            </a:br>
            <a:r>
              <a:rPr lang="fi-FI" dirty="0"/>
              <a:t>Kerta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CCC7F-0C26-E181-B0EB-B6FFFBA4E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Sallitaan tietyt lähteet. Valvottu työskentely.</a:t>
            </a:r>
          </a:p>
          <a:p>
            <a:r>
              <a:rPr lang="fi-FI" dirty="0"/>
              <a:t>Aikaa noin 2 tuntia ja 30 minuuttia.</a:t>
            </a:r>
          </a:p>
          <a:p>
            <a:r>
              <a:rPr lang="fi-FI" dirty="0"/>
              <a:t> 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597507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39DA-A99A-7E92-7118-8F9E20E6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71975" cy="1325563"/>
          </a:xfrm>
        </p:spPr>
        <p:txBody>
          <a:bodyPr/>
          <a:lstStyle/>
          <a:p>
            <a:r>
              <a:rPr lang="fi-FI" dirty="0"/>
              <a:t>Toteuta esimerkin mukainen sivu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49911-9FE7-0374-0323-FF7E88846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1900" cy="4351338"/>
          </a:xfrm>
        </p:spPr>
        <p:txBody>
          <a:bodyPr>
            <a:normAutofit fontScale="92500" lnSpcReduction="10000"/>
          </a:bodyPr>
          <a:lstStyle/>
          <a:p>
            <a:r>
              <a:rPr lang="fi-FI" sz="2400" b="1" dirty="0"/>
              <a:t>Rakenne</a:t>
            </a:r>
          </a:p>
          <a:p>
            <a:r>
              <a:rPr lang="fi-FI" sz="2400" b="1" dirty="0"/>
              <a:t>Tyylittely</a:t>
            </a:r>
          </a:p>
          <a:p>
            <a:r>
              <a:rPr lang="fi-FI" sz="2400" b="1" dirty="0"/>
              <a:t>Mobiilille sovittaminen</a:t>
            </a:r>
          </a:p>
          <a:p>
            <a:endParaRPr lang="fi-FI" sz="2400" dirty="0"/>
          </a:p>
          <a:p>
            <a:pPr marL="0" indent="0">
              <a:buNone/>
            </a:pPr>
            <a:r>
              <a:rPr lang="fi-FI" sz="2400" dirty="0"/>
              <a:t>Tässä diassa esillä oleva esimerkkikuva on sivu hyvin pieneksi skaalattuna. Tämä vain, jotta hahmotatte kokonaisuuden paremmin.</a:t>
            </a:r>
          </a:p>
          <a:p>
            <a:pPr marL="0" indent="0">
              <a:buNone/>
            </a:pPr>
            <a:endParaRPr lang="fi-FI" sz="2400" dirty="0"/>
          </a:p>
          <a:p>
            <a:pPr marL="0" indent="0">
              <a:buNone/>
            </a:pPr>
            <a:r>
              <a:rPr lang="fi-FI" sz="2400" dirty="0"/>
              <a:t> Tarkemmat mitat seuraavissa dioissa.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8E763E6-9416-82CC-2AD2-D2DDDDCF8978}"/>
              </a:ext>
            </a:extLst>
          </p:cNvPr>
          <p:cNvSpPr/>
          <p:nvPr/>
        </p:nvSpPr>
        <p:spPr>
          <a:xfrm>
            <a:off x="4307255" y="3381375"/>
            <a:ext cx="838200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9C588D19-4BCE-EBA4-547D-4D7E7FE5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235" y="0"/>
            <a:ext cx="6152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4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isällön paikkamerkki 4" descr="Kuva, joka sisältää kohteen teksti, kuvakaappaus, Verkkosivusto&#10;&#10;Kuvaus luotu automaattisesti">
            <a:extLst>
              <a:ext uri="{FF2B5EF4-FFF2-40B4-BE49-F238E27FC236}">
                <a16:creationId xmlns:a16="http://schemas.microsoft.com/office/drawing/2014/main" id="{F8BB7694-9A4C-44AC-0849-D5F4A9E2D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671" y="10941"/>
            <a:ext cx="6131583" cy="6835027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139A91-6CC8-C4FA-7599-BC33027EB6D0}"/>
              </a:ext>
            </a:extLst>
          </p:cNvPr>
          <p:cNvSpPr txBox="1">
            <a:spLocks/>
          </p:cNvSpPr>
          <p:nvPr/>
        </p:nvSpPr>
        <p:spPr>
          <a:xfrm>
            <a:off x="122766" y="1502013"/>
            <a:ext cx="4485329" cy="2638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2400" dirty="0"/>
              <a:t>Huomioi sisällön asettelu. </a:t>
            </a:r>
            <a:br>
              <a:rPr lang="fi-FI" sz="2400" dirty="0"/>
            </a:br>
            <a:r>
              <a:rPr lang="fi-FI" sz="2400" dirty="0"/>
              <a:t>Sisällönleveys 70% selaimen leveydestä.</a:t>
            </a:r>
          </a:p>
          <a:p>
            <a:r>
              <a:rPr lang="fi-FI" sz="2400" dirty="0"/>
              <a:t>Myös maksimileveys rajoitettu 1500px.</a:t>
            </a:r>
            <a:endParaRPr lang="fi-FI" sz="2000" dirty="0"/>
          </a:p>
          <a:p>
            <a:endParaRPr lang="fi-FI" sz="2400" dirty="0"/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29789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8C197B4-14A0-E3FB-9400-35388F52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71975" cy="1325563"/>
          </a:xfrm>
        </p:spPr>
        <p:txBody>
          <a:bodyPr/>
          <a:lstStyle/>
          <a:p>
            <a:r>
              <a:rPr lang="fi-FI" dirty="0"/>
              <a:t>Mobiilioptimoi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B3CD41F-8A26-69B6-0D45-9A7AED350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70382"/>
            <a:ext cx="39024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i-FI" sz="2000" dirty="0"/>
              <a:t>Tee sivulle mobiilioptimointia. </a:t>
            </a:r>
          </a:p>
          <a:p>
            <a:pPr marL="0" indent="0">
              <a:buNone/>
            </a:pPr>
            <a:r>
              <a:rPr lang="fi-FI" sz="2000" dirty="0"/>
              <a:t> Varmista, että on kaikki mobiilille oleelliset jutut käytössä.</a:t>
            </a:r>
          </a:p>
          <a:p>
            <a:pPr marL="0" indent="0">
              <a:buNone/>
            </a:pPr>
            <a:br>
              <a:rPr lang="fi-FI" sz="2000" dirty="0"/>
            </a:br>
            <a:r>
              <a:rPr lang="fi-FI" sz="2000" dirty="0"/>
              <a:t>Sivussa on suuntaa antava rakenne </a:t>
            </a:r>
            <a:r>
              <a:rPr lang="fi-FI" sz="2000" dirty="0" err="1"/>
              <a:t>responsiivisuuden</a:t>
            </a:r>
            <a:r>
              <a:rPr lang="fi-FI" sz="2000" dirty="0"/>
              <a:t> kohtiin. Tässä voi ottaa vapauksia ja hioa pidemmälle.</a:t>
            </a:r>
          </a:p>
          <a:p>
            <a:pPr marL="0" indent="0">
              <a:buNone/>
            </a:pPr>
            <a:endParaRPr lang="fi-FI" sz="2000" dirty="0"/>
          </a:p>
          <a:p>
            <a:pPr marL="0" indent="0">
              <a:buNone/>
            </a:pPr>
            <a:r>
              <a:rPr lang="fi-FI" sz="2000" dirty="0"/>
              <a:t>Tärkeintä on, että Mobiilille oleelliset tekniikat on loogisella </a:t>
            </a:r>
            <a:r>
              <a:rPr lang="fi-FI" sz="2000" dirty="0" err="1"/>
              <a:t>tavallla</a:t>
            </a:r>
            <a:r>
              <a:rPr lang="fi-FI" sz="2000" dirty="0"/>
              <a:t> käytössä. Käytä ainakin kahta, eri kohdassa olevaa </a:t>
            </a:r>
            <a:r>
              <a:rPr lang="fi-FI" sz="2000" dirty="0" err="1"/>
              <a:t>breakpointtia</a:t>
            </a:r>
            <a:r>
              <a:rPr lang="fi-FI" sz="2000" dirty="0"/>
              <a:t>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A5DA73-5B49-78BA-5EF6-F34459AF7C5E}"/>
              </a:ext>
            </a:extLst>
          </p:cNvPr>
          <p:cNvSpPr txBox="1">
            <a:spLocks/>
          </p:cNvSpPr>
          <p:nvPr/>
        </p:nvSpPr>
        <p:spPr>
          <a:xfrm>
            <a:off x="5636156" y="1102267"/>
            <a:ext cx="595808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Kun </a:t>
            </a:r>
            <a:r>
              <a:rPr lang="en-GB" sz="2000" dirty="0" err="1"/>
              <a:t>näyttöpääte</a:t>
            </a:r>
            <a:r>
              <a:rPr lang="en-GB" sz="2000" dirty="0"/>
              <a:t> tai </a:t>
            </a:r>
            <a:r>
              <a:rPr lang="en-GB" sz="2000" dirty="0" err="1"/>
              <a:t>selaimen</a:t>
            </a:r>
            <a:r>
              <a:rPr lang="en-GB" sz="2000" dirty="0"/>
              <a:t> </a:t>
            </a:r>
            <a:r>
              <a:rPr lang="en-GB" sz="2000" dirty="0" err="1"/>
              <a:t>koko</a:t>
            </a:r>
            <a:r>
              <a:rPr lang="en-GB" sz="2000" dirty="0"/>
              <a:t> on: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1600px tai alle</a:t>
            </a:r>
            <a:r>
              <a:rPr lang="en-GB" sz="2000" dirty="0"/>
              <a:t>:   </a:t>
            </a:r>
            <a:r>
              <a:rPr lang="en-GB" sz="2000" dirty="0" err="1"/>
              <a:t>Aiempi</a:t>
            </a:r>
            <a:r>
              <a:rPr lang="en-GB" sz="2000" dirty="0"/>
              <a:t> </a:t>
            </a:r>
            <a:r>
              <a:rPr lang="en-GB" sz="2000" dirty="0" err="1"/>
              <a:t>sisällön</a:t>
            </a:r>
            <a:r>
              <a:rPr lang="en-GB" sz="2000" dirty="0"/>
              <a:t> </a:t>
            </a:r>
            <a:r>
              <a:rPr lang="en-GB" sz="2000" dirty="0" err="1"/>
              <a:t>leveys</a:t>
            </a:r>
            <a:r>
              <a:rPr lang="en-GB" sz="2000" dirty="0"/>
              <a:t> 70% -&gt; 80%;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1300px tai alle</a:t>
            </a:r>
            <a:r>
              <a:rPr lang="en-GB" sz="2000" dirty="0"/>
              <a:t>: </a:t>
            </a:r>
            <a:r>
              <a:rPr lang="en-GB" sz="2000" dirty="0" err="1"/>
              <a:t>Aiemmin</a:t>
            </a:r>
            <a:r>
              <a:rPr lang="en-GB" sz="2000" dirty="0"/>
              <a:t> </a:t>
            </a:r>
            <a:r>
              <a:rPr lang="en-GB" sz="2000" dirty="0" err="1"/>
              <a:t>vierekkäin</a:t>
            </a:r>
            <a:r>
              <a:rPr lang="en-GB" sz="2000" dirty="0"/>
              <a:t> </a:t>
            </a:r>
            <a:r>
              <a:rPr lang="en-GB" sz="2000" dirty="0" err="1"/>
              <a:t>olleet</a:t>
            </a:r>
            <a:r>
              <a:rPr lang="en-GB" sz="2000" dirty="0"/>
              <a:t> </a:t>
            </a:r>
            <a:r>
              <a:rPr lang="en-GB" sz="2000" dirty="0" err="1"/>
              <a:t>allekkain</a:t>
            </a:r>
            <a:r>
              <a:rPr lang="en-GB" sz="2000" dirty="0"/>
              <a:t>. </a:t>
            </a:r>
            <a:r>
              <a:rPr lang="en-GB" sz="2000" dirty="0" err="1"/>
              <a:t>Säädöt</a:t>
            </a:r>
            <a:r>
              <a:rPr lang="en-GB" sz="2000" dirty="0"/>
              <a:t> </a:t>
            </a:r>
            <a:r>
              <a:rPr lang="en-GB" sz="2000" dirty="0" err="1"/>
              <a:t>ja</a:t>
            </a:r>
            <a:r>
              <a:rPr lang="en-GB" sz="2000" dirty="0"/>
              <a:t> </a:t>
            </a:r>
            <a:r>
              <a:rPr lang="en-GB" sz="2000" dirty="0" err="1"/>
              <a:t>hiomiset</a:t>
            </a:r>
            <a:r>
              <a:rPr lang="en-GB" sz="2000" dirty="0"/>
              <a:t>. </a:t>
            </a:r>
            <a:r>
              <a:rPr lang="en-GB" sz="2000" dirty="0" err="1"/>
              <a:t>Leveyden</a:t>
            </a:r>
            <a:r>
              <a:rPr lang="en-GB" sz="2000" dirty="0"/>
              <a:t> </a:t>
            </a:r>
            <a:r>
              <a:rPr lang="en-GB" sz="2000" dirty="0" err="1"/>
              <a:t>nosto</a:t>
            </a:r>
            <a:r>
              <a:rPr lang="en-GB" sz="2000" dirty="0"/>
              <a:t> </a:t>
            </a:r>
            <a:r>
              <a:rPr lang="en-GB" sz="2000" dirty="0" err="1"/>
              <a:t>jälleen</a:t>
            </a:r>
            <a:r>
              <a:rPr lang="en-GB" sz="20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700px tai alle: </a:t>
            </a:r>
            <a:r>
              <a:rPr lang="en-GB" sz="2000" dirty="0"/>
              <a:t> </a:t>
            </a:r>
            <a:r>
              <a:rPr lang="en-GB" sz="2000" dirty="0" err="1"/>
              <a:t>Varmista</a:t>
            </a:r>
            <a:r>
              <a:rPr lang="en-GB" sz="2000" dirty="0"/>
              <a:t>, </a:t>
            </a:r>
            <a:r>
              <a:rPr lang="en-GB" sz="2000" dirty="0" err="1"/>
              <a:t>että</a:t>
            </a:r>
            <a:r>
              <a:rPr lang="en-GB" sz="2000" dirty="0"/>
              <a:t> </a:t>
            </a:r>
            <a:r>
              <a:rPr lang="en-GB" sz="2000" dirty="0" err="1"/>
              <a:t>sivu</a:t>
            </a:r>
            <a:r>
              <a:rPr lang="en-GB" sz="2000" dirty="0"/>
              <a:t> </a:t>
            </a:r>
            <a:r>
              <a:rPr lang="en-GB" sz="2000" dirty="0" err="1"/>
              <a:t>menee</a:t>
            </a:r>
            <a:r>
              <a:rPr lang="en-GB" sz="2000" dirty="0"/>
              <a:t> </a:t>
            </a:r>
            <a:r>
              <a:rPr lang="en-GB" sz="2000" dirty="0" err="1"/>
              <a:t>mobiiliin</a:t>
            </a:r>
            <a:r>
              <a:rPr lang="en-GB" sz="2000" dirty="0"/>
              <a:t> </a:t>
            </a:r>
            <a:r>
              <a:rPr lang="en-GB" sz="2000" dirty="0" err="1"/>
              <a:t>nätisti</a:t>
            </a:r>
            <a:r>
              <a:rPr lang="en-GB" sz="2000" dirty="0"/>
              <a:t> -&gt; </a:t>
            </a:r>
            <a:r>
              <a:rPr lang="en-GB" sz="2000" dirty="0" err="1"/>
              <a:t>hiomista</a:t>
            </a:r>
            <a:r>
              <a:rPr lang="en-GB" sz="2000" dirty="0"/>
              <a:t>, </a:t>
            </a:r>
            <a:r>
              <a:rPr lang="en-GB" sz="2000" dirty="0" err="1"/>
              <a:t>säätöä</a:t>
            </a:r>
            <a:r>
              <a:rPr lang="en-GB" sz="2000" dirty="0"/>
              <a:t>.</a:t>
            </a:r>
            <a:endParaRPr lang="en-GB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endParaRPr lang="fi-FI" sz="2000" dirty="0"/>
          </a:p>
        </p:txBody>
      </p:sp>
    </p:spTree>
    <p:extLst>
      <p:ext uri="{BB962C8B-B14F-4D97-AF65-F5344CB8AC3E}">
        <p14:creationId xmlns:p14="http://schemas.microsoft.com/office/powerpoint/2010/main" val="225237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96E5-6F85-FA18-F899-E2FF95A0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Arvosteltavat asiat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F705B-351A-2BD9-694C-CCCC54771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Kuinka lähelle esimerkkiä pääsette.</a:t>
            </a:r>
          </a:p>
          <a:p>
            <a:r>
              <a:rPr lang="fi-FI" dirty="0"/>
              <a:t>Kuinka pitkälle pääsette. </a:t>
            </a:r>
          </a:p>
          <a:p>
            <a:r>
              <a:rPr lang="fi-FI" dirty="0"/>
              <a:t>Validius, </a:t>
            </a:r>
            <a:r>
              <a:rPr lang="fi-FI" dirty="0" err="1"/>
              <a:t>responsiivisuus</a:t>
            </a:r>
            <a:r>
              <a:rPr lang="fi-FI" dirty="0"/>
              <a:t>, saavutettavuus.</a:t>
            </a:r>
          </a:p>
        </p:txBody>
      </p:sp>
    </p:spTree>
    <p:extLst>
      <p:ext uri="{BB962C8B-B14F-4D97-AF65-F5344CB8AC3E}">
        <p14:creationId xmlns:p14="http://schemas.microsoft.com/office/powerpoint/2010/main" val="36171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CCB0-2EA0-65AF-D23C-E6F68893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Vinkkejä aloitukseen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A73F-888F-561B-BD2D-84AB83A5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Katso ohjeet tarkasti. Tarkastele valmista HTML rakennetta. Katso esimerkkikuvaa.</a:t>
            </a:r>
          </a:p>
          <a:p>
            <a:r>
              <a:rPr lang="fi-FI" dirty="0"/>
              <a:t>Palastele mielessäsi osiot laatikoiksi ja tee ne osio kerrallaan.</a:t>
            </a:r>
          </a:p>
          <a:p>
            <a:pPr lvl="1"/>
            <a:r>
              <a:rPr lang="fi-FI" dirty="0"/>
              <a:t>Muista </a:t>
            </a:r>
            <a:r>
              <a:rPr lang="fi-FI" dirty="0" err="1"/>
              <a:t>flexbox</a:t>
            </a:r>
            <a:r>
              <a:rPr lang="fi-FI" dirty="0"/>
              <a:t> </a:t>
            </a:r>
            <a:r>
              <a:rPr lang="fi-FI" dirty="0" err="1"/>
              <a:t>guide</a:t>
            </a:r>
            <a:r>
              <a:rPr lang="fi-FI" dirty="0"/>
              <a:t>. Etsi muutenkin tietoa.</a:t>
            </a:r>
          </a:p>
          <a:p>
            <a:r>
              <a:rPr lang="fi-FI" dirty="0"/>
              <a:t>Jos jokin asia ei vain onnistu. Jatka eteenpäin ja palaa kohtaan, jos aikaa riittää.</a:t>
            </a:r>
          </a:p>
          <a:p>
            <a:r>
              <a:rPr lang="fi-FI" dirty="0"/>
              <a:t>Tekemääni HTML ja </a:t>
            </a:r>
            <a:r>
              <a:rPr lang="fi-FI" dirty="0" err="1"/>
              <a:t>css</a:t>
            </a:r>
            <a:r>
              <a:rPr lang="fi-FI" dirty="0"/>
              <a:t> runkoon ei ole tahallisesti pistetty virheitä, mutta sieltä puuttuu asioita. Valmiiksi tekemäni rakenteen tarkoitus on kuitenkin auttaa teitä ja tehdä parista hieman hankalammasta asiasta helpompia.</a:t>
            </a:r>
          </a:p>
        </p:txBody>
      </p:sp>
    </p:spTree>
    <p:extLst>
      <p:ext uri="{BB962C8B-B14F-4D97-AF65-F5344CB8AC3E}">
        <p14:creationId xmlns:p14="http://schemas.microsoft.com/office/powerpoint/2010/main" val="287784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CCB0-2EA0-65AF-D23C-E6F68893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Vinkkejä pohdiskeltavaksi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A73F-888F-561B-BD2D-84AB83A5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Hyödyntäkää </a:t>
            </a:r>
            <a:r>
              <a:rPr lang="fi-FI" dirty="0" err="1"/>
              <a:t>inspectoria</a:t>
            </a:r>
            <a:r>
              <a:rPr lang="fi-FI" dirty="0"/>
              <a:t> ja myös mobiilivaiheessa sen laitesimulointia. </a:t>
            </a:r>
          </a:p>
          <a:p>
            <a:r>
              <a:rPr lang="fi-FI" dirty="0"/>
              <a:t>Pohtikaa asioita </a:t>
            </a:r>
            <a:r>
              <a:rPr lang="fi-FI" dirty="0" err="1"/>
              <a:t>palastellen</a:t>
            </a:r>
            <a:r>
              <a:rPr lang="fi-FI" dirty="0"/>
              <a:t> ne laatikoiksi.</a:t>
            </a:r>
          </a:p>
          <a:p>
            <a:r>
              <a:rPr lang="fi-FI" dirty="0"/>
              <a:t>Muistakaa </a:t>
            </a:r>
            <a:r>
              <a:rPr lang="fi-FI" dirty="0" err="1"/>
              <a:t>max-width</a:t>
            </a:r>
            <a:r>
              <a:rPr lang="fi-FI" dirty="0"/>
              <a:t> kuvan hillintään (</a:t>
            </a:r>
            <a:r>
              <a:rPr lang="fi-FI" dirty="0" err="1"/>
              <a:t>divin</a:t>
            </a:r>
            <a:r>
              <a:rPr lang="fi-FI" dirty="0"/>
              <a:t> sisällä).</a:t>
            </a:r>
          </a:p>
          <a:p>
            <a:r>
              <a:rPr lang="fi-FI" dirty="0" err="1"/>
              <a:t>Logodivin</a:t>
            </a:r>
            <a:r>
              <a:rPr lang="fi-FI" dirty="0"/>
              <a:t> kanssa voi kokeilla hyödyntää CSS position määrityksiä. Myös joskus </a:t>
            </a:r>
            <a:r>
              <a:rPr lang="fi-FI" dirty="0" err="1"/>
              <a:t>marginin</a:t>
            </a:r>
            <a:r>
              <a:rPr lang="fi-FI" dirty="0"/>
              <a:t> määrityksen negatiivinen arvo auttaa siirtelemään juttuja. </a:t>
            </a:r>
          </a:p>
          <a:p>
            <a:r>
              <a:rPr lang="fi-FI" dirty="0"/>
              <a:t>Olen valmiiksi käärinyt osan kuvista </a:t>
            </a:r>
            <a:r>
              <a:rPr lang="fi-FI" dirty="0" err="1"/>
              <a:t>divien</a:t>
            </a:r>
            <a:r>
              <a:rPr lang="fi-FI" dirty="0"/>
              <a:t> sisään. </a:t>
            </a:r>
            <a:r>
              <a:rPr lang="fi-FI" dirty="0" err="1"/>
              <a:t>Divejä</a:t>
            </a:r>
            <a:r>
              <a:rPr lang="fi-FI" dirty="0"/>
              <a:t> on helpompi käsitellä </a:t>
            </a:r>
            <a:r>
              <a:rPr lang="fi-FI" dirty="0" err="1"/>
              <a:t>flexboxilla</a:t>
            </a:r>
            <a:r>
              <a:rPr lang="fi-FI" dirty="0"/>
              <a:t> kuin kuvia sellaisenaan. </a:t>
            </a:r>
          </a:p>
          <a:p>
            <a:pPr lvl="1"/>
            <a:r>
              <a:rPr lang="fi-FI" dirty="0"/>
              <a:t>Ehdotan pitää ne </a:t>
            </a:r>
            <a:r>
              <a:rPr lang="fi-FI" dirty="0" err="1"/>
              <a:t>divien</a:t>
            </a:r>
            <a:r>
              <a:rPr lang="fi-FI" dirty="0"/>
              <a:t> sisällä, jonka mukana ne kulkeutuvat oikeille paikoille. Kuville, jotka on </a:t>
            </a:r>
            <a:r>
              <a:rPr lang="fi-FI" dirty="0" err="1"/>
              <a:t>divien</a:t>
            </a:r>
            <a:r>
              <a:rPr lang="fi-FI" dirty="0"/>
              <a:t> sisällä, kannattaa asettaa 100% leveys, tai maksimi leveys, koska muuten saattavat kasvaa liian isoiksi ja valuvat </a:t>
            </a:r>
            <a:r>
              <a:rPr lang="fi-FI" dirty="0" err="1"/>
              <a:t>divin</a:t>
            </a:r>
            <a:r>
              <a:rPr lang="fi-FI" dirty="0"/>
              <a:t> reunojen yli. </a:t>
            </a:r>
          </a:p>
        </p:txBody>
      </p:sp>
    </p:spTree>
    <p:extLst>
      <p:ext uri="{BB962C8B-B14F-4D97-AF65-F5344CB8AC3E}">
        <p14:creationId xmlns:p14="http://schemas.microsoft.com/office/powerpoint/2010/main" val="3588333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377</Words>
  <Application>Microsoft Office PowerPoint</Application>
  <PresentationFormat>Laajakuva</PresentationFormat>
  <Paragraphs>45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Käytännönkoe Kerta #2</vt:lpstr>
      <vt:lpstr>Toteuta esimerkin mukainen sivu</vt:lpstr>
      <vt:lpstr>PowerPoint-esitys</vt:lpstr>
      <vt:lpstr>Mobiilioptimoi</vt:lpstr>
      <vt:lpstr>Arvosteltavat asiat </vt:lpstr>
      <vt:lpstr>Vinkkejä aloitukseen</vt:lpstr>
      <vt:lpstr>Vinkkejä pohdiskeltavaksi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Käytännönkoe</dc:title>
  <dc:creator>Mika Virolainen</dc:creator>
  <cp:lastModifiedBy>Mika Virolainen</cp:lastModifiedBy>
  <cp:revision>20</cp:revision>
  <dcterms:created xsi:type="dcterms:W3CDTF">2024-04-02T16:57:04Z</dcterms:created>
  <dcterms:modified xsi:type="dcterms:W3CDTF">2024-04-28T16:11:31Z</dcterms:modified>
</cp:coreProperties>
</file>